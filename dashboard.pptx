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387D-1D92-CF8B-BC25-1DD105237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C0803-E470-51A4-BE02-A56204CEC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14C56-5CFF-6F62-B65A-A15E41B2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0FCA1-46DE-3735-D4FB-26E835EB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F4338-CB08-3CF0-8CC6-8D8220EC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69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4289-1235-B315-757A-AB2CF64F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E1185-810B-0EC9-4257-C88E40097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E875B-8435-B1B3-0B7F-13021595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21058-69D5-8ACF-1475-48FE3AAF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5B4D7-61D7-780B-9A94-5BE94D47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7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109B-6456-D29F-90D6-2C4065C52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0D312-A968-816B-9534-F567359AD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1AED4-DC3A-5067-68EC-59355C75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5AFF2-611F-0BF0-F26A-4BDE2AFA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9BB7B-7AFD-9EB0-1A7B-3E3BDF8A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D2CE-D40F-3E01-76C9-CCE7465E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71D7D-F5B4-4091-FD5F-ADD43306A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59275-FCE7-0056-8FB5-0F7E52A65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33570-9649-93CF-DBA8-BC770819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EF83C-7642-86A5-87CC-68201416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59250-4A2F-95F7-654F-8DBB1F37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14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22DE-2423-916A-7F8D-D64A7422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4710F-556D-74BE-F2DB-7DE3CF98C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81123-6B78-6418-0973-C6BE855F1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60D88-1FD7-2C39-B7F3-E94D0CEC0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92FB5-8C48-13EB-4EA6-E94AAE3A4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03696-2967-16AB-B8BD-224D24C2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7DB3B0-7B15-2142-C48B-8B1878FC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3E58EC-FE52-3364-579B-C853D285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55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9BCD-AD27-E0A8-B7CF-D741536E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4E0501-A435-6D5D-3560-B583EF4A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481269-A339-BD70-D01F-7DFA5019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8E352-E5B3-1D5E-C282-4750F4A4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51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D8DFA-A8D4-FAEE-CB87-96042B68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BFE299-309D-617A-D01F-4B5425E4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BB4A2-C6D8-5ADC-223B-2FD56A77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565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7C273-869A-BB21-B376-F92D684F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176D8-06D2-49C1-7E3D-CCC6521DF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5655B-D3D3-6EDC-8058-74377449C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3B5DE-9EC5-06A6-2DE3-AB23F722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2173F-810A-BC8F-A707-A883AB47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3EB9E-434F-A8AF-AB8B-5BF41D9D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17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0E97-BA95-EE2F-C5A8-FDB7CDA1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C410D-F068-414D-9421-249F9DFC4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C3E98-6BEF-B09A-9615-6F5FD696C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A1532-60F5-885E-3FDB-A1E877752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0211C-53A3-4B04-804E-649D40F6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25F75-2763-6888-33A7-A5CECB71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48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1BDE-0538-30AB-02D3-6602B3B6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C44AA-6443-385F-DED6-62B8B5363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1CF06-E0A1-C332-4584-8771BCBD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6D0D1-D304-71CB-527A-5277DDC89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567DF-17AD-42D3-CDAA-563961A0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00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339865-ECDC-167C-F02A-4973B0F1D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7CE71-2315-654A-FCB4-7C90500B4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7B5E-FB85-2260-DF04-2FE73780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F370D-6B8C-F67F-BE47-41C6B72E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1C267-C276-306C-3FEB-C28F0A9A7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27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D444B-9C83-1A4D-095E-FB5C458A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CC99E-FFEA-D603-5836-6914386D4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D1D6E-B1D9-A0F0-00BC-5B505A20A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9DFE7-2745-4C7C-9A5F-2EEA5230D66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98BE1-6A46-9FCD-9469-6EF7DD75F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8442F-052B-587D-2058-C3DCB71C4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0D2C-1CAA-4A9D-AB8C-D5485F4823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44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E8A9-F330-D029-F153-9940E33E20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18D1C-DBB3-45C1-6115-1E035CEEA4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13EE8-917E-2329-2959-A74860CB8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79" y="630682"/>
            <a:ext cx="9723121" cy="612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9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A04E35-B7BF-B146-B936-11B7723C1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1042654"/>
            <a:ext cx="8964276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8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Gujjula Vaishnavi</dc:creator>
  <cp:lastModifiedBy>Gujjula Vaishnavi</cp:lastModifiedBy>
  <cp:revision>1</cp:revision>
  <dcterms:created xsi:type="dcterms:W3CDTF">2026-05-22T11:29:48Z</dcterms:created>
  <dcterms:modified xsi:type="dcterms:W3CDTF">2026-05-22T11:30:09Z</dcterms:modified>
</cp:coreProperties>
</file>